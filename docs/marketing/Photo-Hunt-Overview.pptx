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Photo Hunt</a:t>
            </a:r>
          </a:p>
          <a:p>
            <a:pPr>
              <a:spcBef>
                <a:spcPts val="1400"/>
              </a:spcBef>
              <a:defRPr sz="2400">
                <a:solidFill>
                  <a:srgbClr val="BFDBFE"/>
                </a:solidFill>
              </a:defRPr>
            </a:pPr>
            <a:r>
              <a:t>Turn any gathering into a themed photo contest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www.familyphotohunt.com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What is Photo Hunt?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A web app for group photo contests — no download required.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Organizer creates a contest with themed categories (Food, Best View, Silly Moment…).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Participants join with a 4-character code from their phone browser.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Everyone uploads photos, votes on favorites, and celebrates winners together.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Perfect for family trips, reunions, retreats, and team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Four stages, one smooth flow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The organizer controls timing; participants always know what to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1  Setup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Add categories. Join code hidden until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2  Photo Collection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Share join code. Participants upload &amp; submit photos.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79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3  Voting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Collection closes. One vote per category (not your own).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10789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4  Results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Winners, scoreboard, TV reveal, and downloads.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Joining is simple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Enter a code on the home page — or follow a link from your organizer.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4-character join codes — easy to text to a group.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Create an account once; stay signed in on the same device.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Contest cards show location, date, and current stage.</a:t>
            </a:r>
          </a:p>
        </p:txBody>
      </p:sp>
      <p:pic>
        <p:nvPicPr>
          <p:cNvPr id="4" name="Picture 3" descr="01-hom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5669280" cy="3693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Sign in or register in seconds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Name, email, and password — then you're in the contest.</a:t>
            </a:r>
          </a:p>
        </p:txBody>
      </p:sp>
      <p:pic>
        <p:nvPicPr>
          <p:cNvPr id="3" name="Picture 2" descr="02-login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394960" cy="30346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173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Works on phone and desktop browsers.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Join code can be pre-filled from an invite link.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Password show/hide for easier mobile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Stage 1 — Setup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Build your category list before anyone joins.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Create contest with location/event name + month/year.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Add suggested categories or custom themes with descriptions.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Advance to Photo Collection when categories are ready.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Join code appears only after leaving Setup.</a:t>
            </a:r>
          </a:p>
        </p:txBody>
      </p:sp>
      <p:pic>
        <p:nvPicPr>
          <p:cNvPr id="4" name="Picture 3" descr="04-help-admin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5760720" cy="14523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Stage 2 — Open Photo Collection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Invite the group and collect photos by category.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Copy a ready-made invite message (link + join code).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Participants upload from camera or photo library.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Rank multiple photos — top photo is submitted per category.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Organizer tracks who submitted and category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Stage 3 — Voting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Fair, simple, one favorite per category.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Gallery view per category — browse all submitted photos.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One vote per person per category.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Cannot vote for your own photo.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Organizer sees voting progress bar and per-participant status.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Ties for most votes can share a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Stage 4 — Results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Celebrate winners and keep the memories.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Full scoreboard with vote counts per category.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Start Winner Reveal — TV-friendly slideshow for the room.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Download all photos or winners-only ZIP.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Participants: Save to Photos on mobile from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Participant experience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Built-in guide walks users through every step.</a:t>
            </a:r>
          </a:p>
        </p:txBody>
      </p:sp>
      <p:pic>
        <p:nvPicPr>
          <p:cNvPr id="3" name="Picture 2" descr="05-help-participants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852160" cy="12486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4173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Join → Upload → Submit → Vote → Results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Skip categories you don't have photos for.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Ready to Submit locks uploads — plan before confirming.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Help at /help/participants anytime.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Organizer tools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Everything you need to run the contest from your phone or laptop.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Visual stage stepper — move forward or back with confirmation.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Copyable announcement snippets for each stage.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Participant panel with submission &amp; voting status.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Suggested category library (Animal, Architecture, Food…).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Admin dashboard lists all your contests with current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Built for phones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Upload, vote, and save winners from the mobile browser.</a:t>
            </a:r>
          </a:p>
        </p:txBody>
      </p:sp>
      <p:pic>
        <p:nvPicPr>
          <p:cNvPr id="3" name="Picture 2" descr="01-hom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926080" cy="6137265"/>
          </a:xfrm>
          <a:prstGeom prst="rect">
            <a:avLst/>
          </a:prstGeom>
        </p:spPr>
      </p:pic>
      <p:pic>
        <p:nvPicPr>
          <p:cNvPr id="4" name="Picture 3" descr="02-login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234440"/>
            <a:ext cx="2926080" cy="4981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6459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Touch-friendly buttons and galleries.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Camera roll upload — no separate app.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Save winning photos to camera roll on iOS/Android.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Desktop great for admin + projector winner reveal.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Join codes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4 characters — text to your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Categories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Custom themes + optional descriptions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Submissions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One photo per person per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Voting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One vote per category; no self-voting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26279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Reveal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Fullscreen winner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03519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2563EB"/>
                </a:solidFill>
              </a:defRPr>
            </a:pPr>
            <a:r>
              <a:t>Downloads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ZIP all photos or winners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Get started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Free to try — create your first contest in minutes.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1.  Visit www.familyphotohunt.com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2.  Sign in and tap Create or manage a contest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3.  Add categories and invite your group with the join code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</a:defRPr>
            </a:pPr>
            <a:r>
              <a:t>4.  Move through stages as your event unfolds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Questions? Share this deck and the Photo-Hunt-Prospect-Guide.md companion doc.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familyphotohunt.com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